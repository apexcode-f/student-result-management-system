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1" d="100"/>
          <a:sy n="71" d="100"/>
        </p:scale>
        <p:origin x="1356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Student Result Management System (SRMS)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Presenter: Frank Asare</a:t>
            </a:r>
          </a:p>
          <a:p>
            <a:r>
              <a:rPr dirty="0"/>
              <a:t>Date: October 1</a:t>
            </a:r>
            <a:r>
              <a:rPr lang="en-US" dirty="0"/>
              <a:t>1</a:t>
            </a:r>
            <a:r>
              <a:rPr dirty="0"/>
              <a:t>, 2025</a:t>
            </a:r>
          </a:p>
          <a:p>
            <a:r>
              <a:rPr dirty="0"/>
              <a:t>Goal: Present SRMS project overview, benefits, and demo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&amp; Background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Manual result management is slow, error-prone, and limited in accessibility.</a:t>
            </a:r>
          </a:p>
          <a:p>
            <a:r>
              <a:t>SRMS replaces this with an efficient, auditable, and accessible system.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Streamline result processing</a:t>
            </a:r>
          </a:p>
          <a:p>
            <a:r>
              <a:t>- Enhance accessibility</a:t>
            </a:r>
          </a:p>
          <a:p>
            <a:r>
              <a:t>- Improve accuracy</a:t>
            </a:r>
          </a:p>
          <a:p>
            <a:r>
              <a:t>- Secure data management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Snapshot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Includes Node.js backend (server.js), static frontend (public/), and MSSQL database.</a:t>
            </a:r>
          </a:p>
          <a:p>
            <a:r>
              <a:t>Rapid deployment and easy maintenance.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Browser → Frontend (HTML/CSS/JS) → Node.js Server → MSSQL Database.</a:t>
            </a:r>
          </a:p>
          <a:p>
            <a:r>
              <a:t>Security: bcrypt password hashing and access control.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Secure Login</a:t>
            </a:r>
          </a:p>
          <a:p>
            <a:r>
              <a:t>- Student: View &amp; Download Results</a:t>
            </a:r>
          </a:p>
          <a:p>
            <a:r>
              <a:t>- Teacher: Upload Class Results</a:t>
            </a:r>
          </a:p>
          <a:p>
            <a:r>
              <a:t>- Admin: Manage Users &amp; Reports</a:t>
            </a:r>
          </a:p>
          <a:p>
            <a:r>
              <a:t>- Responsive Design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Timeline &amp; Budget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Phase 1: Planning – 2–3 days (GHS 5,000)</a:t>
            </a:r>
          </a:p>
          <a:p>
            <a:r>
              <a:t>Phase 2: Development – 5–10 days (GHS 12,000)</a:t>
            </a:r>
          </a:p>
          <a:p>
            <a:r>
              <a:t>Phase 3: Optimization – ongoing (GHS 10,000)</a:t>
            </a:r>
          </a:p>
          <a:p>
            <a:r>
              <a:t>Total Budget: GHS 27,000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Steps:</a:t>
            </a:r>
          </a:p>
          <a:p>
            <a:r>
              <a:t>1. Run npm start</a:t>
            </a:r>
          </a:p>
          <a:p>
            <a:r>
              <a:t>2. Open http://localhost:3000</a:t>
            </a:r>
          </a:p>
          <a:p>
            <a:r>
              <a:t>3. Login as Student (view results)</a:t>
            </a:r>
          </a:p>
          <a:p>
            <a:r>
              <a:t>4. Admin uploads/edit results</a:t>
            </a:r>
          </a:p>
          <a:p>
            <a:r>
              <a:t>If DB unavailable, show static frontend instead.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Monitoring &amp;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KPIs:</a:t>
            </a:r>
          </a:p>
          <a:p>
            <a:r>
              <a:t>- Processing Time</a:t>
            </a:r>
          </a:p>
          <a:p>
            <a:r>
              <a:t>- Login Counts</a:t>
            </a:r>
          </a:p>
          <a:p>
            <a:r>
              <a:t>- Error Rates</a:t>
            </a:r>
          </a:p>
          <a:p>
            <a:r>
              <a:t>Monthly or quarterly reports for tracking success.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Risks &amp; Mitigations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Risks:</a:t>
            </a:r>
          </a:p>
          <a:p>
            <a:r>
              <a:t>- Data loss → Backups</a:t>
            </a:r>
          </a:p>
          <a:p>
            <a:r>
              <a:t>- Unauthorized access → Encryption &amp; Roles</a:t>
            </a:r>
          </a:p>
          <a:p>
            <a:r>
              <a:t>- Downtime → Monitoring and Maintenance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 &amp; Ask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Next Steps:</a:t>
            </a:r>
          </a:p>
          <a:p>
            <a:r>
              <a:t>- Finalize DB credentials</a:t>
            </a:r>
          </a:p>
          <a:p>
            <a:r>
              <a:t>- Seed test data</a:t>
            </a:r>
          </a:p>
          <a:p>
            <a:r>
              <a:t>- Deploy staging version</a:t>
            </a:r>
          </a:p>
          <a:p>
            <a:r>
              <a:t>- Train staff</a:t>
            </a:r>
          </a:p>
          <a:p>
            <a:r>
              <a:t>Request approval for next phase.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Q&amp;A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Questions?</a:t>
            </a:r>
          </a:p>
          <a:p>
            <a:r>
              <a:t>Contact: Frank Asare</a:t>
            </a:r>
          </a:p>
          <a:p>
            <a:r>
              <a:t>Ready to demo or explain any feature upon request.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64</TotalTime>
  <Words>332</Words>
  <Application>Microsoft Office PowerPoint</Application>
  <PresentationFormat>On-screen Show (4:3)</PresentationFormat>
  <Paragraphs>58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Student Result Management System (SRMS)</vt:lpstr>
      <vt:lpstr>Problem &amp; Background</vt:lpstr>
      <vt:lpstr>Objectives</vt:lpstr>
      <vt:lpstr>Project Snapshot</vt:lpstr>
      <vt:lpstr>System Architecture</vt:lpstr>
      <vt:lpstr>Key Features</vt:lpstr>
      <vt:lpstr>Timeline &amp; Budget</vt:lpstr>
      <vt:lpstr>Demo Plan</vt:lpstr>
      <vt:lpstr>Monitoring &amp; Evaluation</vt:lpstr>
      <vt:lpstr>Risks &amp; Mitigations</vt:lpstr>
      <vt:lpstr>Next Steps &amp; Ask</vt:lpstr>
      <vt:lpstr>Q&amp;A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frank asare</cp:lastModifiedBy>
  <cp:revision>3</cp:revision>
  <dcterms:created xsi:type="dcterms:W3CDTF">2013-01-27T09:14:16Z</dcterms:created>
  <dcterms:modified xsi:type="dcterms:W3CDTF">2025-10-11T12:51:49Z</dcterms:modified>
  <cp:category/>
</cp:coreProperties>
</file>